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NeoAg Event Pipeline v0.3-rc — HCC1395 端到端跑通示例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D8E8"/>
                </a:solidFill>
              </a:defRPr>
            </a:pPr>
            <a:r>
              <a:t>pVACtools 教程数据集 · 乳腺癌细胞系 PDX 配对 · 真实工具链（非 stub）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4572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✓ Pipeline 已跑通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6576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① 输入数据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样本: HCC1395（tumor/normal VCF 已注释 + 表达量）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HLA (OptiType): A*29:02, B*45:01, B*82:02, C*06:02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annotated.expression.vcf.gz + phased.vcf.gz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AGFusion 融合结果 (agfusion_results/)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路径: data/examples/HCC1395/HCC1395_inputs/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29000"/>
            <a:ext cx="3657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C86"/>
                </a:solidFill>
              </a:defRPr>
            </a:pPr>
            <a:r>
              <a:t>② 一键运行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source conf/tools.env.sh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neoag-v03 run-full \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--config conf/run.hcc1395.main.toml \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--outdir results/HCC1395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983480"/>
            <a:ext cx="3657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上游工具 (enabled)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pVACseq → SNV/Indel 新抗原候选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pVACfuse → 融合肽 (MHCflurry + NetMHCpan)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NetMHCpan / MHCflurry → 独立 binding 验证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（可选 VEP/APPM、LOHHLA/FACETS）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234440"/>
            <a:ext cx="2331720" cy="658368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07592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pVACtools</a:t>
            </a:r>
          </a:p>
          <a:p>
            <a:pPr>
              <a:defRPr sz="900">
                <a:solidFill>
                  <a:srgbClr val="5A6A7A"/>
                </a:solidFill>
              </a:defRPr>
            </a:pPr>
            <a:r>
              <a:t>pvacseq / pvacfuse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9280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C86"/>
                </a:solidFill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075688"/>
            <a:ext cx="2331720" cy="658368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21488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PARSE</a:t>
            </a:r>
          </a:p>
          <a:p>
            <a:pPr>
              <a:defRPr sz="900">
                <a:solidFill>
                  <a:srgbClr val="5A6A7A"/>
                </a:solidFill>
              </a:defRPr>
            </a:pPr>
            <a:r>
              <a:t>raw_events / peptides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3405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C86"/>
                </a:solidFill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916936"/>
            <a:ext cx="2331720" cy="658368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2990088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Presentation</a:t>
            </a:r>
          </a:p>
          <a:p>
            <a:pPr>
              <a:defRPr sz="900">
                <a:solidFill>
                  <a:srgbClr val="5A6A7A"/>
                </a:solidFill>
              </a:defRPr>
            </a:pPr>
            <a:r>
              <a:t>NetMHCpan + MHCflurry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7530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C86"/>
                </a:solidFill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758184"/>
            <a:ext cx="2331720" cy="658368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3831336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APPM + CCF</a:t>
            </a:r>
          </a:p>
          <a:p>
            <a:pPr>
              <a:defRPr sz="900">
                <a:solidFill>
                  <a:srgbClr val="5A6A7A"/>
                </a:solidFill>
              </a:defRPr>
            </a:pPr>
            <a:r>
              <a:t>表达 / 克隆性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41655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C86"/>
                </a:solidFill>
              </a:defRPr>
            </a:pPr>
            <a: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4599432"/>
            <a:ext cx="2331720" cy="658368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4672584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SCORE v0.3</a:t>
            </a:r>
          </a:p>
          <a:p>
            <a:pPr>
              <a:defRPr sz="900">
                <a:solidFill>
                  <a:srgbClr val="5A6A7A"/>
                </a:solidFill>
              </a:defRPr>
            </a:pPr>
            <a:r>
              <a:t>efficacy +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25780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C86"/>
                </a:solidFill>
              </a:defRPr>
            </a:pPr>
            <a: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5440680"/>
            <a:ext cx="2331720" cy="658368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5513832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REPORT</a:t>
            </a:r>
          </a:p>
          <a:p>
            <a:pPr>
              <a:defRPr sz="900">
                <a:solidFill>
                  <a:srgbClr val="5A6A7A"/>
                </a:solidFill>
              </a:defRPr>
            </a:pPr>
            <a:r>
              <a:t>HTML +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1143000"/>
            <a:ext cx="51663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23444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6A33"/>
                </a:solidFill>
              </a:defRPr>
            </a:pPr>
            <a:r>
              <a:t>③ 运行结果摘要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321 个 neoantigen 事件（316 SNV + 5 Fusion）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324 条唯一肽段，全部 safety PASS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Presentation 证据: A=53, B=149, C=111, D=11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优先级: C=244, D=80（需实验验证）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246120"/>
            <a:ext cx="5166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33756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Top 候选肽 (efficacy_score)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AEMLGDLSA  EIF3K–CYP39A1  Fusion  HLA-B*45:01  0.433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QENWFYFEA  ADPRHL1         SNV     HLA-B*45:01  0.423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GEWTVAPTA  EDN3            SNV     HLA-B*45:01  0.423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YSLPRAAAL  TESK1           SNV     HLA-C*06:02  0.422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892040"/>
            <a:ext cx="51663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98348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④ 主要输出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scoring/ranked_peptides.v03.tsv  — 排序肽表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scoring/ranked_events.v03.tsv    — 排序事件表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scoring/validation_plan.v03.tsv  — 实验验证建议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reports/evidence_report.v03.html — 证据报告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断点续跑: conf/run.hcc1395.score.toml（复用 upstream）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A7A"/>
                </a:solidFill>
              </a:defRPr>
            </a:pPr>
            <a:r>
              <a:t>NeoAg Event Pipeline v0.3-rc  |  计算性初筛，非临床决策  |  数据来源: Griffith Lab pVACtools Intro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CEDAR / IMPROVE Benchmark — 免疫原性预测评估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D8E8"/>
                </a:solidFill>
              </a:defRPr>
            </a:pPr>
            <a:r>
              <a:t>实验验证标签 (response 0/1) · 2436 肽–HLA 对 (548 阳性 / 1888 阴性) · 真实工具链缓存复用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✓ Benchmark 已跑通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033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① 数据集 &amp; 评估目标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CEDAR: Neoepitopes_CEDAR_benchmark_data.tsv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标签: 实验免疫原性 (ELISpot 等, 非单纯 binding)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预测器: NetMHCpan, MHCflurry, stabpan, IEDB, efficacy_score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指标: AUROC / AUPRC，多 cohort 分层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108960"/>
            <a:ext cx="37033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C86"/>
                </a:solidFill>
              </a:defRPr>
            </a:pPr>
            <a:r>
              <a:t>② 运行命令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source conf/tools.env.sh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neoag-v03 benchmark-improve \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--dataset cedar \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--outdir results/bench_phase1_complete \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--skip-netmhcpan --skip-mhcflurry \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--skip-stabpan --skip-immunogenicity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(复用 results/benchmark_cedar_v2/tools 缓存)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937760"/>
            <a:ext cx="370332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Phase 1 新增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efficacy_score — v0.3 综合评分 + TESLA gates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gated_tesla cohort — A/B 级 + EL≤2% + stab≥1.4h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去掉 immunogenicity 0.5 占位权重重分配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143000"/>
            <a:ext cx="379476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2344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③ AUROC 对比 (All vs TESLA gate pass)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297680" y="1600200"/>
          <a:ext cx="35204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22960"/>
                <a:gridCol w="822960"/>
              </a:tblGrid>
              <a:tr h="58864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All (n=2436)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Gate (n=1238)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mhcflurry_presentation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0.6727</a:t>
                      </a:r>
                    </a:p>
                  </a:txBody>
                  <a:tcPr/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6A33"/>
                          </a:solidFill>
                        </a:defRPr>
                      </a:pPr>
                      <a:r>
                        <a:t>efficacy_score ★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6A33"/>
                          </a:solidFill>
                        </a:defRPr>
                      </a:pPr>
                      <a:r>
                        <a:t>0.6041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6A33"/>
                          </a:solidFill>
                        </a:defRPr>
                      </a:pPr>
                      <a:r>
                        <a:t>0.6568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presentation_evidence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0.6512</a:t>
                      </a:r>
                    </a:p>
                  </a:txBody>
                  <a:tcPr/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binding_evidence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0.6126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0.6516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netmhcpan_ba_rank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0.6425</a:t>
                      </a:r>
                    </a:p>
                  </a:txBody>
                  <a:tcPr/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iedb_immunogenicity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0.5517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0.5698</a:t>
                      </a:r>
                    </a:p>
                  </a:txBody>
                  <a:tcPr>
                    <a:solidFill>
                      <a:srgbClr val="F5F9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netmhcstabpan_score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0.5397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A6A7A"/>
                          </a:solidFill>
                        </a:defRPr>
                      </a:pPr>
                      <a:r>
                        <a:t>0.6143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092440" y="1143000"/>
            <a:ext cx="37947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3444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6A33"/>
                </a:solidFill>
              </a:defRPr>
            </a:pPr>
            <a:r>
              <a:t>④ 主要结论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Presentation 最强单指标: MHCflurry pres AUROC 0.629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efficacy_score 在 TESLA gate 子集升至 0.657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  → 优于 IEDB immunogenicity (0.552 → 0.570)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Gate 通过率 ~51%；主要失败: stabpan &lt; 1.4h (88.6%)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Presentation A/B 级子集 AUROC 进一步提升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429000"/>
            <a:ext cx="3794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52044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cohort 分层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all — 全部 2436 对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gated_tesla — TESLA 风格 gate 通过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binder_grade_ab — Presentation A/B 级 (n=2048)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binder_el2 — EL rank ≤ 2% (CEDAR 已预筛选)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983480"/>
            <a:ext cx="379476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507492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输出文件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results/bench_phase1_complete/benchmark_report.md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benchmark_metrics.tsv — 各 cohort AUROC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benchmark_predictions.tsv — 逐肽预测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</a:defRPr>
            </a:pPr>
            <a:r>
              <a:t>Phase 2: PRIME + BigMHC_IM 待安装后重跑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A7A"/>
                </a:solidFill>
              </a:defRPr>
            </a:pPr>
            <a:r>
              <a:t>NeoAg Event Pipeline v0.3-rc  |  benchmark-improve CLI  |  数据来源: IMPROVE/CEDAR neoepitope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